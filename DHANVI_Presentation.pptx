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HEALTHCARE &amp; MEDTECH | SOFTWARE &amp;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914400"/>
            <a:ext cx="1188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F172A"/>
                </a:solidFill>
              </a:rPr>
              <a:t>DHANVI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284C7"/>
                </a:solidFill>
              </a:rPr>
              <a:t>Smart Healthcare Access for 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25146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</a:rPr>
              <a:t>Right Care. Right Time. Right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971800"/>
            <a:ext cx="9445752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Developed by Team Epic Engineers: Engineering the Future, Inspiring Legacies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A unified digital healthcare ecosystem bringing instant care access to every citizen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Featuring the Dual-Format Emergency Health ID Card &amp; AI-powered triage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9436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The Healthcare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325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84C7"/>
                </a:solidFill>
              </a:rPr>
              <a:t>Fragmented Data &amp; Costly Delays in Critical Moments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755648"/>
            <a:ext cx="11795760" cy="15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1704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Information Fragmentation: Scattered records cause critical delays.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Wasted OPD Hours: Patients spend hours checking availability and booking.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Emergency Gaps: Locating ICU beds and ambulances is chaotic.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Economic Burden: 45.11% of Indian healthcare is paid out-of-pocket.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Impact: Lost time, travel expenses, and risk in the Golden Hour.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9436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DHANVI -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325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84C7"/>
                </a:solidFill>
              </a:rPr>
              <a:t>Instant Discovery, Transparent Appointments &amp; Emergency Dispatch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755648"/>
            <a:ext cx="11795760" cy="15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1704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Hospital &amp; Doctor Discovery: Instant search for accredited specialists.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Real-Time OPD Booking: Live slot visibility and upfront fees.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One-Tap Emergency Response: Geolocated trauma care and ambulance dispatch.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AI Clinical Triage: Symptom-checking guiding users to the right department.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Universal Health Pass: Smart ID carrying vital parameters everywhere.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HARDWARE &amp; SECURITY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9436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Emergency Health ID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325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84C7"/>
                </a:solidFill>
              </a:rPr>
              <a:t>Dual-Format (Physical PVC NFC + Digital Wallet Pass)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755648"/>
            <a:ext cx="11795760" cy="15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1704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Instant Emergency Profile: Blood group, chronic conditions, drug allergies.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Paramedic SOS Contact: One-tap next-of-kin contact during unconscious trauma.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Two-Tier Privacy: Level 1 (instant vitals) vs. Level 2 (OTP-locked EHR).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Zero-Connectivity Support: NFC chip stores critical parameters offline.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GLOBAL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9436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WHO Digital Health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325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84C7"/>
                </a:solidFill>
              </a:rPr>
              <a:t>Adhering to Global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755648"/>
            <a:ext cx="11795760" cy="15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1704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Universal Access &amp; Equity: Optimized for low-bandwidth environments.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Patient Safety &amp; Governance: AI as clinical recommendation support.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Data Privacy &amp; Minimization: End-to-end encryption with consent controls.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Interoperability: Complies with ABDM, UHI, and international protocols.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201168"/>
            <a:ext cx="3474720" cy="292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76200" rIns="76200"/>
          <a:lstStyle/>
          <a:p>
            <a:pPr algn="ctr"/>
            <a:r>
              <a:rPr sz="900" b="1">
                <a:solidFill>
                  <a:srgbClr val="0284C7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" y="594360"/>
            <a:ext cx="1179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F172A"/>
                </a:solidFill>
              </a:rPr>
              <a:t>Architecture &amp; Multi-Layer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1325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84C7"/>
                </a:solidFill>
              </a:rPr>
              <a:t>3-Tier Scalable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755648"/>
            <a:ext cx="11795760" cy="15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1704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Top Layer (Govt &amp; Policy): ABDM, NHA, and MOHFW compliance.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Middle Layer (Research): WHO guidelines &amp; NLP triage algorithms.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400" b="1">
                <a:solidFill>
                  <a:srgbClr val="0284C7"/>
                </a:solidFill>
              </a:rPr>
              <a:t>▸  </a:t>
            </a:r>
            <a:r>
              <a:rPr sz="1300">
                <a:solidFill>
                  <a:srgbClr val="334155"/>
                </a:solidFill>
              </a:rPr>
              <a:t>Bottom Layer (Technology): React.js, Node/Express, Supabase/PostgreSQL, NTAG NFC.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DHANVI Healthcare Ecosystem  •  Team Epic Engineers  •  WHO &amp; ABDM 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